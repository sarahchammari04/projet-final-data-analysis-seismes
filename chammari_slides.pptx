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Feuille_de_calcul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069825552109017"/>
          <c:y val="4.0642497812773404E-2"/>
          <c:w val="0.89930174447890987"/>
          <c:h val="0.837094269466316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Nombre de séismes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A2533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Superficiel
(&lt;70 km)</c:v>
                </c:pt>
                <c:pt idx="1">
                  <c:v>Intermédiaire
(70-300 km)</c:v>
                </c:pt>
                <c:pt idx="2">
                  <c:v>Profond
(&gt;300 km)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242</c:v>
                </c:pt>
                <c:pt idx="1">
                  <c:v>40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6E-5742-8B71-BE7797E8E4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4F7FA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Image 2" descr="Une image contenant texte, capture d’écran, ligne&#10;&#10;Le contenu généré par l’IA peut être incorrect.">
          <a:extLst xmlns:a="http://schemas.openxmlformats.org/drawingml/2006/main">
            <a:ext uri="{FF2B5EF4-FFF2-40B4-BE49-F238E27FC236}">
              <a16:creationId xmlns:a16="http://schemas.microsoft.com/office/drawing/2014/main" id="{2B1A60FE-9FD6-DBD7-D581-F037CCDC07C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6185339" cy="3549343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828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65760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692640" y="4480560"/>
            <a:ext cx="3383280" cy="33832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469880" y="5257800"/>
            <a:ext cx="1828800" cy="1828800"/>
          </a:xfrm>
          <a:prstGeom prst="ellipse">
            <a:avLst/>
          </a:prstGeom>
          <a:solidFill>
            <a:srgbClr val="E07A5F">
              <a:alpha val="7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- MACSIN4A2225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 l'activité sismique mondiale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 connaissances par le processus KDD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dataset de séismes USGS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120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(</a:t>
            </a:r>
            <a:r>
              <a:rPr lang="en-US" sz="1700" dirty="0" err="1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insérer</a:t>
            </a:r>
            <a:r>
              <a:rPr lang="en-US" sz="17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noms)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DE DONNÉES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dataset multidimensionnel de séismes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issues du United States Geological Survey (USGS), recensant les événements sismiques détectés dans le monde sur une fenêtre de 5 jours (18–23 avril 2026).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sismiques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80360" y="274320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880360" y="28803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017520" y="3657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descriptives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0" y="274320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120640" y="28803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257800" y="3657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: temps, espace, analyse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1600200"/>
            <a:ext cx="4114800" cy="4526280"/>
          </a:xfrm>
          <a:prstGeom prst="roundRect">
            <a:avLst>
              <a:gd name="adj" fmla="val 1778"/>
            </a:avLst>
          </a:prstGeom>
          <a:solidFill>
            <a:srgbClr val="065A82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726680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3 dimensions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726680" y="237744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Temporelle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updated : date et heure de l'événement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latitude, longitude, depth, place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Analytique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mag, magType, rms, gap, status, type…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</a:t>
            </a:r>
            <a:r>
              <a:rPr lang="en-US" sz="3200" b="1" dirty="0" err="1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</a:t>
            </a:r>
            <a:r>
              <a:rPr lang="en-US" sz="32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sz="32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pratique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Extraire</a:t>
            </a:r>
            <a:r>
              <a:rPr lang="en-US" sz="15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connaissances utiles à partir de données brutes. Notre code suit cette </a:t>
            </a:r>
            <a:r>
              <a:rPr lang="en-US" sz="1500" dirty="0" err="1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</a:t>
            </a:r>
            <a:r>
              <a:rPr lang="en-US" sz="15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des fonctions individuelles orchestrées par une fonction main().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68680" y="2926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valeurs manquantes, statistiques descriptives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82112" y="33832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429000" y="265176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0" y="2926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requêtes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57600" y="4069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Groupby, Apriori, Prophet, K-Means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71032" y="33832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217920" y="265176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446520" y="2926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465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4652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46520" y="4069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Plotly &amp; carte interactive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759952" y="33832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9006840" y="265176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9235440" y="2926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92354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23544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235440" y="4069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résultats dans une interface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1 · AGRÉGATION (DuckDB SQL)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4977" y="7543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Répartition par tranche de profondeur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GROUP BY SQL classe les séismes en trois catégories de profondeur et calcule pour chacune le nombre d'événements et la magnitude.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038069295"/>
              </p:ext>
            </p:extLst>
          </p:nvPr>
        </p:nvGraphicFramePr>
        <p:xfrm>
          <a:off x="262759" y="2651760"/>
          <a:ext cx="6879020" cy="3549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373007" y="1903423"/>
            <a:ext cx="46634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577433" y="2132023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observe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577433" y="2680663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83 % des séismes sont superficiels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 70 km) : la sismicité naît surtout dans la croûte terrestre.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magnitude moyenne augmente avec la profondeur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3.65 → 4.04 → 4.36, mais le plus fort séisme (M 7.4) reste superficiel.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 : </a:t>
            </a: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242 vs 8 séismes biaise la magnitude max : le faible effectif profond limite les conclusions.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2 · PATTERN MINING (Apriori)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Règles d'association entre caractéristiques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séisme devient une « transaction » (catégorie de magnitude, profondeur, type, statut). Apriori extrait les combinaisons fréquentes et les règles, mesurées par support, confiance et lift.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66398" y="2514600"/>
            <a:ext cx="3985523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22960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Profil-type dominant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0" y="32461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séisme superficiel, de faible magnitude, de type earthquake et validé manuellement.</a:t>
            </a:r>
            <a:endParaRPr lang="en-US" sz="135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≈ 1.10 : association réelle mais modérée. Comme une corrélation, ce n'est pas de la causalité.</a:t>
            </a:r>
            <a:endParaRPr lang="en-US" sz="135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Visualisé aussi par un diagramme de Sankey, complété d'un tableau car les règles bidirectionnelles le rendent difficile à lire seul.</a:t>
            </a:r>
            <a:endParaRPr lang="en-US" sz="135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884A1A1-F292-6FC5-59D3-D89B34D15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2514600"/>
            <a:ext cx="5350817" cy="2742054"/>
          </a:xfrm>
          <a:prstGeom prst="rect">
            <a:avLst/>
          </a:prstGeom>
        </p:spPr>
      </p:pic>
      <p:pic>
        <p:nvPicPr>
          <p:cNvPr id="11" name="Image 10" descr="Une image contenant texte, reçu, Police, blanc&#10;&#10;Le contenu généré par l’IA peut être incorrect.">
            <a:extLst>
              <a:ext uri="{FF2B5EF4-FFF2-40B4-BE49-F238E27FC236}">
                <a16:creationId xmlns:a16="http://schemas.microsoft.com/office/drawing/2014/main" id="{415DAD70-CEA7-3F65-F875-A612374B6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9" y="5382813"/>
            <a:ext cx="5350817" cy="12130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3 · ANALYSE TEMPORELLE (Prophet)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Prévision du nombre de séismes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nombre de séismes est agrégé par heure (la fenêtre de 5 jours est trop courte pour une agrégation mensuelle). La courbe rouge ajuste le passé connu, puis prolonge une vraie prévision au-delà du 23 avril.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766560" y="1828800"/>
            <a:ext cx="47548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08660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du résultat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086600" y="2606040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quasi-constante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séismes/heure, sans tendance nette à la hausse ou à la baisse.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ne capture pas les pics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sur le passé connu : il ne prédit qu'un niveau moyen.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assumée : </a:t>
            </a: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horaire quasi-aléatoire + fenêtre de 5 jours → la prévision donne un ordre de grandeur, pas les pics exacts.</a:t>
            </a:r>
            <a:endParaRPr lang="en-US" sz="1400" dirty="0"/>
          </a:p>
        </p:txBody>
      </p:sp>
      <p:pic>
        <p:nvPicPr>
          <p:cNvPr id="10" name="Image 9" descr="Une image contenant texte, Police, ligne, Tracé&#10;&#10;Le contenu généré par l’IA peut être incorrect.">
            <a:extLst>
              <a:ext uri="{FF2B5EF4-FFF2-40B4-BE49-F238E27FC236}">
                <a16:creationId xmlns:a16="http://schemas.microsoft.com/office/drawing/2014/main" id="{A695EB75-4DB7-0348-7338-1589873B6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65" y="2972529"/>
            <a:ext cx="6429094" cy="31539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4 · ANALYSE SPATIALE (K-Means)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géographique des épicentres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regroupe les séismes en 5 zones à partir de leur latitude et longitude. L'algorithme attribue de simples numéros ; nous interprétons les zones via la carte et la colonne « place ».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858000" y="1828800"/>
            <a:ext cx="46634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17804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révèle la carte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178040" y="260604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« Ceinture de feu » du Pacifique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concentre la majorité des séismes (côtes des Amériques, Alaska, Océanie).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séismes suivent les frontières des plaques tectoniques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ils ne sont pas répartis au hasard.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pic>
        <p:nvPicPr>
          <p:cNvPr id="10" name="Image 9" descr="Une image contenant texte, capture d’écran, Police, carte&#10;&#10;Le contenu généré par l’IA peut être incorrect.">
            <a:extLst>
              <a:ext uri="{FF2B5EF4-FFF2-40B4-BE49-F238E27FC236}">
                <a16:creationId xmlns:a16="http://schemas.microsoft.com/office/drawing/2014/main" id="{C8E14115-A032-1A41-BCD5-246479F4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0" y="2892710"/>
            <a:ext cx="6115059" cy="29013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548640" y="-5486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</a:t>
            </a: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l’analyse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 </a:t>
            </a: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révélée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sur les séismes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Profondeur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83 % des séismes sont superficiels ; la magnitude moyenne croît avec la profondeur.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2402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53796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2880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Profil-type : superficiel + faible magnitude + earthquake + validé.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Sismicité quasi-constante (~2/h) ; pics = répliques.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93192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537960" y="4114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37960" y="4572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sur les frontières de plaques (Ceinture de feu).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limite commune : la fenêtre de 5 jours et la taille modeste du dataset invitent à la prudence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1371600"/>
            <a:ext cx="5486400" cy="54864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869680" y="2468880"/>
            <a:ext cx="3291840" cy="3291840"/>
          </a:xfrm>
          <a:prstGeom prst="ellipse">
            <a:avLst/>
          </a:prstGeom>
          <a:solidFill>
            <a:srgbClr val="E07A5F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Data Analysis · MACSIN4A2225 · USGS Earthquake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719</Words>
  <Application>Microsoft Macintosh PowerPoint</Application>
  <PresentationFormat>Grand écran</PresentationFormat>
  <Paragraphs>105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Data Analysis - Séismes</dc:title>
  <dc:subject>PptxGenJS Presentation</dc:subject>
  <dc:creator>Sarah Chammari</dc:creator>
  <cp:lastModifiedBy>CHAMMARI Sarah</cp:lastModifiedBy>
  <cp:revision>2</cp:revision>
  <dcterms:created xsi:type="dcterms:W3CDTF">2026-06-19T08:49:37Z</dcterms:created>
  <dcterms:modified xsi:type="dcterms:W3CDTF">2026-06-19T09:06:56Z</dcterms:modified>
</cp:coreProperties>
</file>